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Public Sans Bold" panose="020B0604020202020204" charset="0"/>
      <p:regular r:id="rId25"/>
    </p:embeddedFont>
    <p:embeddedFont>
      <p:font typeface="Public Sans Light" panose="020B0604020202020204" charset="0"/>
      <p:regular r:id="rId26"/>
    </p:embeddedFont>
    <p:embeddedFont>
      <p:font typeface="Source Serif 4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03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13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02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96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07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42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1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75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32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370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23434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Implementing agentic coding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00970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Putting agents to work, from your laptop to the cloud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588445"/>
            <a:ext cx="10868745" cy="926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Five ways to put an agent to work: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local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cloud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orchestrated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browser-verified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modernization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Start small in Agent Mode, then scale out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Leave able to pick the right delegation model for the job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Five ways to put agents to work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From one local loop to a team and a migration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Agent Mode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baseline, on your machine with your tools and auth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Cloud agents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heavy jobs in an ephemeral remote environment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Orchestration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expert subagents in parallel phases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Browser 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modernization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verify web changes, migrate frameworks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agent loop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Reason, call a tool, observe, repeat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An agent turn is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not one model call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it reasons, calls a tool, reads the result, reasons again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Tools are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verbs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read a file, edit a file, run a command, call an MCP server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Some verbs change your machine, so the loop has an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approval gate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gate is the part you configure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Approvals and permission levels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Chosen per session, loosened deliberately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592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Manual permissions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default, anything not auto-approved asks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Assisted permissions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an LLM judge assesses each tool call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Allow all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every tool call runs without confirmation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chat.tools.terminal.autoApprove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or a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/regex/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keep delete, deploy, and push out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1180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Steering, queueing, and checkpoints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6871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long run is a conversation, not a submission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47455"/>
            <a:ext cx="6296860" cy="179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Steering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injects a correction into the request in flight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Queueing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waits for it to finish, then runs next (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chat.requestQueuing.defaultAction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prefix skips the model and runs a terminal command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Checkpoints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roll back workspace files and chat history together; stopping does not undo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Handing off to a cloud agent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/delegate carries the conversation to the cloud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056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Type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/delegate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 a running session, or pick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Cloud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as the session target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History and context travel with the task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agent works on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its own branch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commits, and opens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pull request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Iterate with a PR comment instead of starting over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the cloud agent cannot see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repository has to carry the context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32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Cloud sessions use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cloud service's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tools, MCP servers, and models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No terminal output, no Problems panel, no extension tools,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no local credentials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.github/copilot-instructions.md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carries build, test, and conventions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Most disappointing cloud runs trace back to missing context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5051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Scoping a task worth delegating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07420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written brief, not a conversation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86163"/>
            <a:ext cx="6296860" cy="1521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Nobody is there to answer a mid-run question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good brief: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problem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acceptance criteria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which files change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Fits: test coverage, reproducible bugs, config and docs, mechanical refactors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Keep exploratory or turn-by-turn work local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Subagents as subject-matter experts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778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orchestrator, a team of focused experts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26667"/>
            <a:ext cx="4070744" cy="232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subagent works in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its own transcript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keeping the primary context clean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Backed by an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.agent.md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focused scope, instructions, curated tools, right model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Orchestrator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delegates to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Planner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then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Coder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Frontend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 parallel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You add capacity by adding an expert, not by growing one prompt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26" y="2269232"/>
            <a:ext cx="6336745" cy="35644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Parallel phases without file conflicts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Different files run together, shared files wait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Orchestrator: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plan, parse phases, execute, verify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Tasks with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no overlapping files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run in parallel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Tasks with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shared files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run sequentially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Scope each agent to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distinct files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76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26469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Describe the outcome, not the method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3733701"/>
            <a:ext cx="1119486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"Instead of fix the bug by wrapping with useShallow, say fix the infinite loop error in SideMenu."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521075"/>
            <a:ext cx="25399" cy="689868"/>
          </a:xfrm>
          <a:prstGeom prst="roundRect">
            <a:avLst>
              <a:gd name="adj" fmla="val 50001"/>
            </a:avLst>
          </a:prstGeom>
          <a:solidFill>
            <a:srgbClr val="1B365D"/>
          </a:solidFill>
          <a:ln/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485822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5354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Observe and account for delegated work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1044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Read-only peer chats, live status, credits per expert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89188"/>
            <a:ext cx="6296860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Open a subagent's transcript as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read-only peer chat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follow it, never steer it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Agents window shows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model, elapsed time, current tool call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per subagent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Activity pills: live counts for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Changes, Previews, Subagents, Browsers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Each subagent shows its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own credit cost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on hover; pin an exact model ID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51359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1498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Agentic browser automation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7188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in, on by default, no MCP server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50630"/>
            <a:ext cx="6296860" cy="1792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Open and navigate,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read the console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screenshot into chat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click and type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Device emulation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through generated Playwright code you can keep as a test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Favorites, history, and a remote proxy for corporate networks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Governed by the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BrowserChatTools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policy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170059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change-then-verify loop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Tab sharing and per-site consent keep you in the loop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056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agent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never grabs a tab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it sends a share request, you pick the tab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First visit to a site raises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per-site permission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prompt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Approving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does not grant the admin portal on another host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Nothing is shared with the agent silently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3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1180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Annotating a page for the agent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6871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Point at the element instead of describing it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47455"/>
            <a:ext cx="6296860" cy="179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Select an element with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Ctrl+Alt+C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Option+Cmd+C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on macOS) and comment on it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agent gets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the element and your note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together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workbench.browser.autoReloadOnFileChange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reloads local HTML on every edit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Edit and rendered result stay in step without a manual refresh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967216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Semantic Kernel to Agent Framework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same RAG app, migrated by an agent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353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Packages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Microsoft.SemanticKernel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Microsoft.Agents.AI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Creation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kernel builder to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chatClient.AsAIAgent()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AIFunctionFactory.Create()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Auth and DI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DefaultAzureCredential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agent as a singleton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48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3196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Let the agent research the migration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88866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Microsoft Learn MCP for versions, APIs, and breaking changes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2884"/>
            <a:ext cx="6296860" cy="126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Ask Learn MCP for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latest stable versions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breaking changes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Research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ChatClientAgent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before refactoring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Compare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plugins and tools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before renaming the folder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One prompt per migration step: packages, creation, tools, auth, DI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66667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21749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Pick the right way to delegate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84122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Match the job to the agent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419971"/>
            <a:ext cx="10868745" cy="126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Bounded and interactive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Agent Mode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Well-scoped and long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cloud agent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/delegate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Spans domains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orchestrator with expert subagents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Web change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migration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let the agent verify and research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401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Microsoft Office PowerPoint</Application>
  <PresentationFormat>Widescreen</PresentationFormat>
  <Paragraphs>121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Source Serif 4</vt:lpstr>
      <vt:lpstr>Consolas</vt:lpstr>
      <vt:lpstr>Public Sans Light</vt:lpstr>
      <vt:lpstr>Public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Alexander Kastil</cp:lastModifiedBy>
  <cp:revision>2</cp:revision>
  <dcterms:created xsi:type="dcterms:W3CDTF">2026-09-22T18:26:50Z</dcterms:created>
  <dcterms:modified xsi:type="dcterms:W3CDTF">2026-09-22T18:28:16Z</dcterms:modified>
</cp:coreProperties>
</file>