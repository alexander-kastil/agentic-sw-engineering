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8" r:id="rId4"/>
    <p:sldId id="259" r:id="rId5"/>
    <p:sldId id="260" r:id="rId6"/>
    <p:sldId id="277" r:id="rId7"/>
    <p:sldId id="262" r:id="rId8"/>
    <p:sldId id="263" r:id="rId9"/>
    <p:sldId id="264" r:id="rId10"/>
    <p:sldId id="265" r:id="rId11"/>
    <p:sldId id="27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Public Sans Bold" panose="020B0604020202020204" charset="0"/>
      <p:regular r:id="rId27"/>
    </p:embeddedFont>
    <p:embeddedFont>
      <p:font typeface="Public Sans Light" panose="020B0604020202020204" charset="0"/>
      <p:regular r:id="rId28"/>
    </p:embeddedFont>
    <p:embeddedFont>
      <p:font typeface="Source Serif 4" panose="020B0604020202020204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746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74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21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9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90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13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62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61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71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02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93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520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93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964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3709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GitHub Copilot CLI &amp; SDK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0335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Running the agent outside the editor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82095"/>
            <a:ext cx="6296860" cy="938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CLI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agent in your terminal, interactive or headless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Agentic Workflows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 prompt that runs on a schedule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aw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SDK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same runtime inside your own applications, in six stacks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17873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runtime, two surfaces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CLI in your terminal, the SDK in your code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32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Copilot CLI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drives the agent from an interactive shell or a headless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run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GitHub Agentic Workflows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put a CLI-driven agent on an Actions runner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SDK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embeds the same production-tested runtime in your own apps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Every SDK talks to the CLI over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JSON-RPC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manages that process for you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7991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Copilot CLI in your terminal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2489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Install, sign in, ask in plain language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09180"/>
            <a:ext cx="5203794" cy="2082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Install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@github/copilot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GitHub.Copilot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Start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then run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once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pulls a file into context,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runs a shell command yourself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/model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picks the model; the list depends on your plan and organization policy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1091605"/>
            <a:ext cx="5203794" cy="467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21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Three modes, three ways to run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Interactive, plan and autopilot; shell, -i and -p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33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Shift+Tab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cycles interactive, plan and autopilot mode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Autopilot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works through multi-step tasks without pausing: trusted repositories only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-i "&lt;prompt&gt;"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opens the shell with a prompt already running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"&lt;prompt&gt;" --allow-all-tools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runs headless and exits; add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for scripts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MCP servers and skills in the CLI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Skills are shared by both hosts, MCP registries are not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62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in the shell, or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mcp add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from your normal shell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CLI reads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~/.copilot/mcp-config.json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VS Code reads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.vscode/mcp.json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/skills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skill list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discovered from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in the working directory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/env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shows what actually reached the session; a plugin bundles servers and skills for both hosts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3998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HR document updates, automated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509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SharePoint library with a Needs Update flag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35188"/>
            <a:ext cx="5203794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HR-Documents library flags stale policies in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Needs Update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column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Manual checks are slow; update notifications are delayed or missed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Copilot CLI queries the library through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Work IQ MCP server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as the signed-in user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It collects name, modified date and modified by, then mails a summary to HR leadership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1217613"/>
            <a:ext cx="5203794" cy="442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4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From the flagged list to an email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the agent works out through Work IQ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592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agent resolves the site, lists the libraries, reads the columns, fetches items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$expand=fields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NeedsUpdate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is not indexed, so the agent filters the items itself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Test the query before the send: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three rows out of twelve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is a correct answer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Verify the mail in Outlook, not in the transcript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Reading is not sending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Mail.Send is a write scope a read-only Work IQ lacks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611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Check first: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workiq get-schema --path /me/sendMail --method post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Option A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Work IQ sends, after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Mail.Send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consent and a tenant admin allowlist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Option B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Send-MgUserMail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from the Graph PowerShell SDK, with its own consent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Option C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 Power Automate flow the CLI calls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1180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Schedule it where the tokens live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6871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workstation task, not a hosted runner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47455"/>
            <a:ext cx="6296860" cy="179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Unattended runs use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--allow-all-tools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never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Task Scheduler runs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update-report.ps1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daily at 8:00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Run only if user is logged in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Work IQ and Graph cache their tokens in your profile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GitHub Actions runner has no profile, no token cache and no registered MCP server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GitHub Agentic Workflows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prompt compiled into an Actions workflow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869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Markdown file: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frontmatter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for trigger, engine, tools and permissions, the prompt below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aw compile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writes the executable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.lock.yml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pins actions in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actions-lock.json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agent runs with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read-only token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requests writes through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safe-outputs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separate detection job validates the request before a write job creates the issue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9363"/>
            <a:ext cx="522691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Add a workflow with the wizard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903809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gh aw add-wizard opens a pull request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322612"/>
            <a:ext cx="5226911" cy="1995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11000"/>
              </a:lnSpc>
              <a:buSzPct val="100000"/>
              <a:buChar char="•"/>
            </a:pP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Install with </a:t>
            </a:r>
            <a:r>
              <a:rPr lang="en-US" sz="130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extension install github/gh-aw</a:t>
            </a: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after </a:t>
            </a:r>
            <a:r>
              <a:rPr lang="en-US" sz="130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login</a:t>
            </a:r>
            <a:endParaRPr lang="en-US" sz="1300" dirty="0"/>
          </a:p>
          <a:p>
            <a:pPr marL="264160" indent="-264160" algn="l">
              <a:lnSpc>
                <a:spcPct val="111000"/>
              </a:lnSpc>
              <a:buSzPct val="100000"/>
              <a:buChar char="•"/>
            </a:pPr>
            <a:r>
              <a:rPr lang="en-US" sz="130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aw add-wizard githubnext/agentics/daily-repo-status</a:t>
            </a: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picks engine and secrets</a:t>
            </a:r>
            <a:endParaRPr lang="en-US" sz="1300" dirty="0"/>
          </a:p>
          <a:p>
            <a:pPr marL="264160" indent="-264160" algn="l">
              <a:lnSpc>
                <a:spcPct val="111000"/>
              </a:lnSpc>
              <a:buSzPct val="100000"/>
              <a:buChar char="•"/>
            </a:pP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workflow lands on a new branch and a pull request: start from a clean repo</a:t>
            </a:r>
            <a:endParaRPr lang="en-US" sz="1300" dirty="0"/>
          </a:p>
          <a:p>
            <a:pPr marL="264160" indent="-264160" algn="l">
              <a:lnSpc>
                <a:spcPct val="111000"/>
              </a:lnSpc>
              <a:buSzPct val="100000"/>
              <a:buChar char="•"/>
            </a:pPr>
            <a:r>
              <a:rPr lang="en-US" sz="130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aw run</a:t>
            </a: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triggers it now; run </a:t>
            </a:r>
            <a:r>
              <a:rPr lang="en-US" sz="130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aw upgrade</a:t>
            </a: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after every extension upgrade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659" y="798513"/>
            <a:ext cx="4704141" cy="526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91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7800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Ask the codebase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444254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Onboarding as a conversation in the terminal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022997"/>
            <a:ext cx="6296860" cy="2056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Ask where a request enters, how auth is enforced, which module owns the logic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answer cites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files and lines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follow them before you trust it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Ask for an architecture overview or a "start here" guide for one subsystem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/share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saves the session;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init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writes an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for the next question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520472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/research: read-only and cited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lowest-risk agent in the course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Reads across your codebase and GitHub sources;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never writes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 the repository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No elevated permissions: nothing to approve, nothing to sandbox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Every claim carries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citation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open two or three before you act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Scope the question so a good answer must name concrete files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86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1498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/rubber-duck: a second opinion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7188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critic that argues the opposite case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450630"/>
            <a:ext cx="6296860" cy="1792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agent that wrote the code is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worst reviewer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of it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/rubber-duck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reads what the session did and reports what was missed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Review only: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nothing changes on disk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Call it after planning and before implementing, where a bad approach is cheapest to kill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115008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SDK: the agent inside your app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Six stacks on the same runtime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869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One first-party package per stack: TypeScript, Python, Go, .NET, Java, Rust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Node.js, Python and .NET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bundle the CLI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Go, Java and Rust need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on PATH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Create a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open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session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send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sendAndWait()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or stream deltas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client.listModels()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asks the runtime which models your account may use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05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0863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 tools the agent decides to call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6553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weather assistant and a code reviewer in TypeScript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44280"/>
            <a:ext cx="6296860" cy="180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defineTool()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takes a name, a description, a parameter schema and a handler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Copilot decides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when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 call the tool from the user's prompt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Stream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assistant.message_delta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read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event.data.deltaContent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temperatures come from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your handler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not from the model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878917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Visible, then permitted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gates stand in front of every tool call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34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availableTools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excludedTools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decide which tools the model is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offered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Patterns are source-qualified: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builtin:*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mcp:*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custom:*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session with no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onPermissionRequest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handler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denies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the call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skipPermission: true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for handlers that only compute; decide per call otherwise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61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Three ways to orchestrate specialists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Who decomposes the work, and who sees what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592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Several sessions from your code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you decompose, each specialist fully isolated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customAgents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 on one session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select a persona per turn, one shared transcript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Fleet mode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model decomposes and runs subagents in parallel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availableTools: ["custom:*"]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keeps each specialist to the tools you gave it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32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Hosting an SDK agent on Azure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Your HTTP server, a token from Key Vault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869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No hosting library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you write the HTTP server, the routes and the health check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Bundled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runtime per container, or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external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--headless --port 4321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No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in a container: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COPILOT_GITHUB_TOKEN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as a Key Vault secret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block swaps in Azure OpenAI or Foundry; the agent code does not change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13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661475" y="21686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agent outside the editor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83487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Pick the surface, keep the runtime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413621"/>
            <a:ext cx="10868745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Ask and automate from the terminal: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Put a recurring job on a schedule: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aw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Embed the runtime in your product: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SDK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Check what reached the session: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/env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830804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Microsoft Office PowerPoint</Application>
  <PresentationFormat>Widescreen</PresentationFormat>
  <Paragraphs>139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Source Serif 4</vt:lpstr>
      <vt:lpstr>Consolas</vt:lpstr>
      <vt:lpstr>Arial</vt:lpstr>
      <vt:lpstr>Public Sans Bold</vt:lpstr>
      <vt:lpstr>Public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Alexander Kastil</cp:lastModifiedBy>
  <cp:revision>3</cp:revision>
  <dcterms:created xsi:type="dcterms:W3CDTF">2026-09-22T18:26:01Z</dcterms:created>
  <dcterms:modified xsi:type="dcterms:W3CDTF">2026-09-22T18:29:00Z</dcterms:modified>
</cp:coreProperties>
</file>