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Public Sans Bold" panose="020B0604020202020204" charset="0"/>
      <p:regular r:id="rId25"/>
    </p:embeddedFont>
    <p:embeddedFont>
      <p:font typeface="Public Sans Light" panose="020B0604020202020204" charset="0"/>
      <p:regular r:id="rId26"/>
    </p:embeddedFont>
    <p:embeddedFont>
      <p:font typeface="Source Serif 4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0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21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4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28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98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9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52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3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03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249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1479947"/>
            <a:ext cx="429735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sessions and the Agents window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36850"/>
            <a:ext cx="429735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an in-editor assistant to long-lived agent sessions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16412"/>
            <a:ext cx="4297354" cy="198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Copilot has moved from an in-editor assistant to an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agent-session 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Agents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is the companion surface where that model lives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Sessions run across projects, locally or on remote hosts, as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first-class, long-lived objects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session-centric product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topics, one stack from window to host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312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The Agents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dedicated companion window with a selectable harness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Agent Host Protocol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session state lives on a long-lived host, not in the client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Remote sessions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the agent runs over SSH or a dev tunnel, your editor stays local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Session management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side by side, groups, background send,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/troubleshoot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362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Read-first slash commands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0252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Safe to reach for while a session is live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81263"/>
            <a:ext cx="6296860" cy="1540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query session history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standup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reindex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/troubleshoot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analyze the session's own record to diagnose a stall or a failed tool call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/btw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ask a side question without interrupting the running turn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Ctrl+R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opens the Sessions picker to jump between sessions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748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Agents window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41079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primary surface for agent work, beside the editor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019822"/>
            <a:ext cx="6296860" cy="2063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companion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agent sessions, kept out of the main editor layout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selectable harness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per window: Copilot, Claude, or Codex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Remote execution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per-window overrides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 model, project, and host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 it with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Open in Agents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Chat: Open Agents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 --agents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one window differs from the next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window carries its own context and target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33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New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opens the composer with three chips: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workspace, harness, model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 window overriding model and host changes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other window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Several projects run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at the same time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without interfering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walks the Sessions picker,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reopens the last closed chat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Sessions started somewhere else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Continue CLI and app sessions in VS Code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85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chat.agentSessions.showExternal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shows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or Claude sessions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from other applications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Sources include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CLI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the standalone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GitHub Copilot app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Select one to see its conversation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continue it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against your own subscription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Sessions list submenu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filters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what appears on a busy machine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AHP vs ACP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session state lives decides what survives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57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authoritative state lives with the client; closing it risks the running work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AHP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authoritative state lives on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long-lived host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that outlives clients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Under AHP the client is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 view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and one session can have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several viewers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architect-track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topic: the boundary between where state lives and where you view it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Host-authoritative state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on the Copilot SDK, shared by every harness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57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Every Agents window session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already runs on the host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nothing to switch 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Copilot, Claude, and Codex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share the same host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Copilot agent is powered by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SDK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matching the CLI and the Copilot app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Settings control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which harnesses and hosts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are offered, not the protocol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505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session, not the window, owns the work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0742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Close the window mid-run and come back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86163"/>
            <a:ext cx="6296860" cy="1521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Start a task long enough to still be running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 minute from now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Close the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while the agent works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Reopen it: the session is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still running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carrying the turns that completed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Open it in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second 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both views track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one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session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Remote agent sessions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SSH and dev tunnels to a reproducible host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579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executes on a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consistent, cloud-backed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host, not your laptop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SSH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host you already reach, whose runtimes and credentials the agent inherits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Dev tunnel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hosts behind NAT or a firewall,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no inbound ports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Replaces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Codespaces and Dev Container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workflow in this course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1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7637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Hello world on a Raspberry Pi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33278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Nothing installed on the laptop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312021"/>
            <a:ext cx="6296860" cy="206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An entry in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~/.ssh/config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makes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raspi-4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selectable by name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pin the key with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IdentityFile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Workspace chip: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Local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to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Remote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tab, pick the host, select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/home/alex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First connect installs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VS Code CLI on the Pi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nothing else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agent writes, runs, and curls the service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on the Pi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port 8000 is forwarded to you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9339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load-bearing details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Start detached, stop first, clean up in order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3140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setsid nohup ... &lt; /dev/null &amp;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a plain background start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dies with the shell turn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Stop before restart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or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already in use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hides in the log while old code answers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[p]ython3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stops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pkill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from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killing the agent's own shell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Clean up in order: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stop, then delete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; check that the PID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changed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3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7960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Layout, navigation, and background work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3650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Managing many sessions becomes the bottleneck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15246"/>
            <a:ext cx="6296860" cy="126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Side by side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pin, and maximize keep two related sessions visible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Ctrl+R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Sessions picker;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Ctrl+Shift+O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jumps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within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the current session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Background send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keeps a session working while you move 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Restore on reload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keeps in-flight sessions; Close All clears them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43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Groups, banners, and multi-chat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Signals and responses in the same place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857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Session groups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with drag and drop, like organizing files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Chat-input banners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surface failing CI checks and PR comments with one-click actions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Multi-chat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forks a turn into peer chats; Claude subagent transcripts are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read-only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Review threads via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addComment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listComments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resolveComments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8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Isolation, diffs, and side chats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sessions on one working tree is a race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327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worktree checkbox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puts a session in its own Git worktree, on every harness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File-level diff stats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a compact multi-file diff view for long runs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/btw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side chats share the turn's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context and prompt cache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Find in Chat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(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Ctrl+F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) searches collapsed work summaries too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43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Session persistence and /chronicle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searchable record of what was attempted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2969"/>
            <a:ext cx="3844134" cy="2598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Sessions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sync to your GitHub account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survive reload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Cross-machine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start on the laptop, resume on the desktop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 standup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 search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query the record, never the workspace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 reindex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when a query misses: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the index goes stale, not the history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116" y="2205534"/>
            <a:ext cx="6563355" cy="369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95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505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Diagnosing a session with /troubleshoot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0742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Name the failing step, not the error text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86163"/>
            <a:ext cx="6296860" cy="1521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Reads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session's own record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: prompts, tool calls, failures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Reports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what went wrong and where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with a likely cause and fix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For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stalls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failed tool calls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, and runs that end with no visible reason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Works in local and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Copilot CLI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sessions: the diagnosis travels with the session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75355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61475" y="2021384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Sessions are durable objects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2782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D0D0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many, run remote, find them again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762573"/>
            <a:ext cx="5203794" cy="1196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window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runs sessions side by side, the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host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owns their state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Remote hosts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give every session the same toolchain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/chronicle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and </a:t>
            </a:r>
            <a:r>
              <a:rPr lang="en-US" sz="1450" dirty="0">
                <a:solidFill>
                  <a:srgbClr val="1B365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/troubleshoot</a:t>
            </a:r>
            <a:r>
              <a:rPr lang="en-US" sz="1450" dirty="0">
                <a:solidFill>
                  <a:srgbClr val="1B365D"/>
                </a:solidFill>
                <a:latin typeface="Public Sans Light" pitchFamily="34" charset="0"/>
                <a:ea typeface="Public Sans Light" pitchFamily="34" charset="-122"/>
                <a:cs typeface="Public Sans Light" pitchFamily="34" charset="-120"/>
              </a:rPr>
              <a:t> turn history into </a:t>
            </a:r>
            <a:r>
              <a:rPr lang="en-US" sz="1450" b="1" dirty="0">
                <a:solidFill>
                  <a:srgbClr val="1B36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answers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7267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Microsoft Office PowerPoint</Application>
  <PresentationFormat>Widescreen</PresentationFormat>
  <Paragraphs>124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Consolas</vt:lpstr>
      <vt:lpstr>Source Serif 4</vt:lpstr>
      <vt:lpstr>Public Sans Light</vt:lpstr>
      <vt:lpstr>Arial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2</cp:revision>
  <dcterms:created xsi:type="dcterms:W3CDTF">2026-09-22T18:24:43Z</dcterms:created>
  <dcterms:modified xsi:type="dcterms:W3CDTF">2026-09-22T18:26:23Z</dcterms:modified>
</cp:coreProperties>
</file>